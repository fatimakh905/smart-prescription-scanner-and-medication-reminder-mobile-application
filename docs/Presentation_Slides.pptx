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2466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4114800"/>
            <a:ext cx="1371600" cy="137160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05840"/>
            <a:ext cx="137160" cy="5029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61288"/>
            <a:ext cx="411480" cy="1645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6400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2331720" y="6400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Remind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Based Medicine Reminder System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2148840"/>
            <a:ext cx="41148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3317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Kaneez Fatima (BSCS-M-A-23-09)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Science, University of Layyah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Courses: Artificial Intelligence  |  Mobile Application Development</a:t>
            </a:r>
            <a:endParaRPr lang="en-US" sz="13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920240"/>
            <a:ext cx="1097280" cy="109728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CFBF1"/>
                </a:solidFill>
              </a:rPr>
              <a:t>2023–2027 | BSCS Project Report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96012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43000"/>
            <a:ext cx="3931920" cy="4114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00200"/>
            <a:ext cx="36576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multiple medicines is difficult and error-prone: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Missed doses due to forgetting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Misreading handwritten prescriptions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Losing track of dose frequency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Generic apps lack medical understanding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clear need for a smart mobile solution that intelligently parses prescriptions and generates accurate reminders.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143000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143000"/>
            <a:ext cx="4206240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1430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OBJECTIVES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7282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7282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834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prescriptions with OCR &amp; AI extraction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21854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21854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2148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manual medicine entry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6426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6426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26060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accurate, rule-based alarms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30998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30998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834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UI for schedule &amp; alarm history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09160" y="35570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5570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83480" y="3520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alarms even after device reboot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MediRemind Works — 5 Core Modules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325880"/>
            <a:ext cx="155448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325880"/>
            <a:ext cx="15544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01168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788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01752" y="3429000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or import image; submit to OCR pipeline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011680" y="1325880"/>
            <a:ext cx="155448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011680" y="1325880"/>
            <a:ext cx="155448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60320" y="1417320"/>
            <a:ext cx="457200" cy="45720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2011680"/>
            <a:ext cx="64008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57400" y="2788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2084832" y="3429000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 + Qwen LLM → structured JSON medicine data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3794760" y="1325880"/>
            <a:ext cx="155448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94760" y="1325880"/>
            <a:ext cx="15544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343400" y="141732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34340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2011680"/>
            <a:ext cx="640080" cy="6400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40480" y="2788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867912" y="3429000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cards; low-confidence fields highlighted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5577840" y="1325880"/>
            <a:ext cx="155448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577840" y="1325880"/>
            <a:ext cx="155448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126480" y="1417320"/>
            <a:ext cx="457200" cy="45720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12648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0" y="2011680"/>
            <a:ext cx="640080" cy="6400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623560" y="2788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650992" y="3429000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+ meal-relation rules → exact alarm times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7360920" y="1325880"/>
            <a:ext cx="1554480" cy="347472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360920" y="1325880"/>
            <a:ext cx="15544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909560" y="1417320"/>
            <a:ext cx="457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79095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2011680"/>
            <a:ext cx="640080" cy="6400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406640" y="2788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7434072" y="3429000"/>
            <a:ext cx="1417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AlarmManager; repeating, one-shot, boot-reschedule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10972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24712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17320" y="106070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Layer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1353312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Activities, Adapters, Layouts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0" y="1645920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5760" y="1801368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1801368"/>
            <a:ext cx="10972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920240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143000" y="18470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5CF6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417320" y="18562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Layer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1417320" y="214884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OcrPipelineClient, MedicineJsonParser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297680" y="2441448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65760" y="2596896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65760" y="2596896"/>
            <a:ext cx="109728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15768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43000" y="26426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</a:rPr>
              <a:t>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1417320" y="26517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417320" y="2944368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AlarmCalculator, AlarmScheduler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4297680" y="3236976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365760" y="3392424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65760" y="3392424"/>
            <a:ext cx="109728" cy="6583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511296"/>
            <a:ext cx="420624" cy="4206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43000" y="3438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1417320" y="34472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1417320" y="3739896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DatabaseHelper — SQLite (4 Tables)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297680" y="4032504"/>
            <a:ext cx="548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9488"/>
                </a:solidFill>
              </a:rPr>
              <a:t>↓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365760" y="4187952"/>
            <a:ext cx="84124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65760" y="4187952"/>
            <a:ext cx="109728" cy="65836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4306824"/>
            <a:ext cx="420624" cy="4206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143000" y="42336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C4899"/>
                </a:solidFill>
              </a:rPr>
              <a:t>5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1417320" y="424281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System Layer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1417320" y="4535424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BroadcastReceiver, ForegroundService, AlarmManager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</a:rPr>
              <a:t>4 Tables — SQLite Local Database with Foreign Key Integrity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18288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411480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Prescriptions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id (PK)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patient_name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doctor_name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date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+ 3 more fields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114800" cy="18288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41148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Medicines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64592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id (PK)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prescription_id (FK)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medicine_name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medicine_type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+ 6 more fields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200400"/>
            <a:ext cx="4114800" cy="18288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200400"/>
            <a:ext cx="41148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200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Alarms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6576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id (PK)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medicine_id (FK)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medicine_name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alarm_time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+ 3 more fields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200400"/>
            <a:ext cx="4114800" cy="182880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200400"/>
            <a:ext cx="4114800" cy="3840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200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  Alarm Logs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365760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id (PK)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alarm_id (FK)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medicine_id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medicine_name</a:t>
            </a:r>
            <a:endParaRPr lang="en-US" sz="1100" dirty="0"/>
          </a:p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+ 3 more fields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51960" y="2011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1:N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1:N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2834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B8A6"/>
                </a:solidFill>
              </a:rPr>
              <a:t>1:N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Alarm System Logic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→ Time Mapping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5029200" cy="24140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Alarm Time(s)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daily + morning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08:00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342"/>
                          </a:solidFill>
                        </a:rPr>
                        <a:t>daily + afternoon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342"/>
                          </a:solidFill>
                        </a:rPr>
                        <a:t>14:00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daily + evening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20:00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342"/>
                          </a:solidFill>
                        </a:rPr>
                        <a:t>daily + night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342"/>
                          </a:solidFill>
                        </a:rPr>
                        <a:t>21:00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morning evening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08:00 and 20:00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342"/>
                          </a:solidFill>
                        </a:rPr>
                        <a:t>tds (3× daily)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A2342"/>
                          </a:solidFill>
                        </a:rPr>
                        <a:t>08:00, 14:00, 20:00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sos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</a:rPr>
                        <a:t>No alarm generated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1371600"/>
            <a:ext cx="502920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4"/>
          <p:cNvSpPr/>
          <p:nvPr/>
        </p:nvSpPr>
        <p:spPr>
          <a:xfrm>
            <a:off x="457200" y="137160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Rule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108960" y="13716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Alarm Time(s)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1719072"/>
            <a:ext cx="5029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+ morning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0896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2029968"/>
            <a:ext cx="5029200" cy="31089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04825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+ afternoon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108960" y="204825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5760" y="2340864"/>
            <a:ext cx="5029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23591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+ evening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108960" y="235915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65760" y="2651760"/>
            <a:ext cx="5029200" cy="31089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67004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+ night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108960" y="26700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2962656"/>
            <a:ext cx="5029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298094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evening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108960" y="2980944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and 20:00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365760" y="3273552"/>
            <a:ext cx="5029200" cy="31089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291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tds (3× daily)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10896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08:00, 14:00, 20:00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65760" y="3584448"/>
            <a:ext cx="502920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3602736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3108960" y="3602736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alarm generated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577840" y="1005840"/>
            <a:ext cx="3200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577840" y="1005840"/>
            <a:ext cx="32004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0" y="10058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Meal Relation Offset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669280" y="14813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meal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589520" y="148132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− 30 min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669280" y="1847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meal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589520" y="18470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+ 30 min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669280" y="22128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stomach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7589520" y="221284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07:30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5577840" y="2834640"/>
            <a:ext cx="32004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5577840" y="2834640"/>
            <a:ext cx="320040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669280" y="28346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Reliability Features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5669280" y="336499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943600" y="33375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Recovery (BootReceiver)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5669280" y="386791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943600" y="38404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10-min Snooze without disrupting cycle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5669280" y="437083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943600" y="434340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 Lock Screen Alert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4B8A6"/>
                </a:solidFill>
              </a:rPr>
              <a:t>Tools, Languages &amp; Frameworks used in MediRemind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234440"/>
            <a:ext cx="4206240" cy="71323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34440"/>
            <a:ext cx="9144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280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1581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(Android SDK 26+)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103120"/>
            <a:ext cx="4206240" cy="71323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103120"/>
            <a:ext cx="91440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148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450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Layouts + Material Design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71800"/>
            <a:ext cx="4206240" cy="71323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71800"/>
            <a:ext cx="91440" cy="7132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017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3319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via SQLiteOpenHelper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840480"/>
            <a:ext cx="4206240" cy="71323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840480"/>
            <a:ext cx="9144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886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Engine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" y="4187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PaddleOCR-VL-1.6 (Cloud API)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234440"/>
            <a:ext cx="4206240" cy="71323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234440"/>
            <a:ext cx="91440" cy="71323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0328" y="1280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0328" y="15819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Qwen3.6-7B-Instruct via HuggingFace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103120"/>
            <a:ext cx="4206240" cy="71323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103120"/>
            <a:ext cx="91440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2148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System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10328" y="2450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AlarmManager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2971800"/>
            <a:ext cx="4206240" cy="71323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971800"/>
            <a:ext cx="91440" cy="7132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0328" y="3017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Delivery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0328" y="3319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ForegroundService + BroadcastReceiver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3840480"/>
            <a:ext cx="4206240" cy="71323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840480"/>
            <a:ext cx="91440" cy="713232"/>
          </a:xfrm>
          <a:prstGeom prst="rect">
            <a:avLst/>
          </a:prstGeom>
          <a:solidFill>
            <a:srgbClr val="84CC16"/>
          </a:solidFill>
          <a:ln w="12700">
            <a:solidFill>
              <a:srgbClr val="84CC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38862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4CC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10328" y="4187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Interface — Screen 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05840"/>
            <a:ext cx="2788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70432"/>
            <a:ext cx="502920" cy="5029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1615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463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logo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fade-in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0" y="10789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00400" y="100584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1005840"/>
            <a:ext cx="278892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170432"/>
            <a:ext cx="502920" cy="50292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15000"/>
              </a:srgbClr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216152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886200" y="1463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ViewPager2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intro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715000" y="10789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72200" y="100584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1005840"/>
            <a:ext cx="2788920" cy="73152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63640" y="1170432"/>
            <a:ext cx="502920" cy="502920"/>
          </a:xfrm>
          <a:prstGeom prst="ellipse">
            <a:avLst/>
          </a:prstGeom>
          <a:solidFill>
            <a:srgbClr val="EC4899">
              <a:alpha val="15000"/>
            </a:srgbClr>
          </a:solidFill>
          <a:ln w="12700">
            <a:solidFill>
              <a:srgbClr val="EC4899">
                <a:alpha val="1500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16152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85800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858000" y="14630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meds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upcoming alarms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8686800" y="10789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C4899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228600" y="233172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28600" y="2331720"/>
            <a:ext cx="278892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20040" y="2496312"/>
            <a:ext cx="502920" cy="502920"/>
          </a:xfrm>
          <a:prstGeom prst="ellipse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542032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14400" y="2468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914400" y="2788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select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2743200" y="2404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</a:rPr>
              <a:t>4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200400" y="233172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200400" y="2331720"/>
            <a:ext cx="278892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291840" y="2496312"/>
            <a:ext cx="502920" cy="502920"/>
          </a:xfrm>
          <a:prstGeom prst="ellipse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>
                <a:alpha val="15000"/>
              </a:srgbClr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2542032"/>
            <a:ext cx="411480" cy="411480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3886200" y="2468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3886200" y="2788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LLM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status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5715000" y="2404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</a:rPr>
              <a:t>5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6172200" y="233172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172200" y="2331720"/>
            <a:ext cx="278892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263640" y="2496312"/>
            <a:ext cx="502920" cy="50292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15000"/>
              </a:srgbClr>
            </a:solidFill>
            <a:prstDash val="solid"/>
          </a:ln>
        </p:spPr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2542032"/>
            <a:ext cx="411480" cy="41148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858000" y="24688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44" name="Text 36"/>
          <p:cNvSpPr/>
          <p:nvPr/>
        </p:nvSpPr>
        <p:spPr>
          <a:xfrm>
            <a:off x="6858000" y="27889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cards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confidence UI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8686800" y="24048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316"/>
                </a:solidFill>
              </a:rPr>
              <a:t>6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228600" y="365760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39"/>
          <p:cNvSpPr/>
          <p:nvPr/>
        </p:nvSpPr>
        <p:spPr>
          <a:xfrm>
            <a:off x="228600" y="3657600"/>
            <a:ext cx="2788920" cy="731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320040" y="3822192"/>
            <a:ext cx="502920" cy="50292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>
                <a:alpha val="15000"/>
              </a:srgbClr>
            </a:solidFill>
            <a:prstDash val="solid"/>
          </a:ln>
        </p:spPr>
      </p:sp>
      <p:pic>
        <p:nvPicPr>
          <p:cNvPr id="4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3867912"/>
            <a:ext cx="411480" cy="41148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91440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Gen.</a:t>
            </a:r>
            <a:endParaRPr lang="en-US" sz="1200" dirty="0"/>
          </a:p>
        </p:txBody>
      </p:sp>
      <p:sp>
        <p:nvSpPr>
          <p:cNvPr id="51" name="Text 42"/>
          <p:cNvSpPr/>
          <p:nvPr/>
        </p:nvSpPr>
        <p:spPr>
          <a:xfrm>
            <a:off x="914400" y="4114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alarms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000" dirty="0"/>
          </a:p>
        </p:txBody>
      </p:sp>
      <p:sp>
        <p:nvSpPr>
          <p:cNvPr id="52" name="Text 43"/>
          <p:cNvSpPr/>
          <p:nvPr/>
        </p:nvSpPr>
        <p:spPr>
          <a:xfrm>
            <a:off x="2743200" y="3730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</a:rPr>
              <a:t>7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3200400" y="365760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45"/>
          <p:cNvSpPr/>
          <p:nvPr/>
        </p:nvSpPr>
        <p:spPr>
          <a:xfrm>
            <a:off x="3200400" y="3657600"/>
            <a:ext cx="2788920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5" name="Shape 46"/>
          <p:cNvSpPr/>
          <p:nvPr/>
        </p:nvSpPr>
        <p:spPr>
          <a:xfrm>
            <a:off x="3291840" y="3822192"/>
            <a:ext cx="502920" cy="50292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>
                <a:alpha val="15000"/>
              </a:srgbClr>
            </a:solidFill>
            <a:prstDash val="solid"/>
          </a:ln>
        </p:spPr>
      </p:sp>
      <p:pic>
        <p:nvPicPr>
          <p:cNvPr id="5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7560" y="3867912"/>
            <a:ext cx="411480" cy="411480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388620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58" name="Text 48"/>
          <p:cNvSpPr/>
          <p:nvPr/>
        </p:nvSpPr>
        <p:spPr>
          <a:xfrm>
            <a:off x="3886200" y="4114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Taken/Missed/Upcoming</a:t>
            </a:r>
            <a:endParaRPr lang="en-US" sz="1000" dirty="0"/>
          </a:p>
        </p:txBody>
      </p:sp>
      <p:sp>
        <p:nvSpPr>
          <p:cNvPr id="59" name="Text 49"/>
          <p:cNvSpPr/>
          <p:nvPr/>
        </p:nvSpPr>
        <p:spPr>
          <a:xfrm>
            <a:off x="5715000" y="3730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</a:rPr>
              <a:t>8</a:t>
            </a:r>
            <a:endParaRPr lang="en-US" sz="1000" dirty="0"/>
          </a:p>
        </p:txBody>
      </p:sp>
      <p:sp>
        <p:nvSpPr>
          <p:cNvPr id="60" name="Shape 50"/>
          <p:cNvSpPr/>
          <p:nvPr/>
        </p:nvSpPr>
        <p:spPr>
          <a:xfrm>
            <a:off x="6172200" y="365760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1"/>
          <p:cNvSpPr/>
          <p:nvPr/>
        </p:nvSpPr>
        <p:spPr>
          <a:xfrm>
            <a:off x="6172200" y="3657600"/>
            <a:ext cx="278892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2" name="Shape 52"/>
          <p:cNvSpPr/>
          <p:nvPr/>
        </p:nvSpPr>
        <p:spPr>
          <a:xfrm>
            <a:off x="6263640" y="3822192"/>
            <a:ext cx="502920" cy="50292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9360" y="3867912"/>
            <a:ext cx="411480" cy="411480"/>
          </a:xfrm>
          <a:prstGeom prst="rect">
            <a:avLst/>
          </a:prstGeom>
        </p:spPr>
      </p:pic>
      <p:sp>
        <p:nvSpPr>
          <p:cNvPr id="64" name="Text 53"/>
          <p:cNvSpPr/>
          <p:nvPr/>
        </p:nvSpPr>
        <p:spPr>
          <a:xfrm>
            <a:off x="6858000" y="37947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Ring</a:t>
            </a:r>
            <a:endParaRPr lang="en-US" sz="1200" dirty="0"/>
          </a:p>
        </p:txBody>
      </p:sp>
      <p:sp>
        <p:nvSpPr>
          <p:cNvPr id="65" name="Text 54"/>
          <p:cNvSpPr/>
          <p:nvPr/>
        </p:nvSpPr>
        <p:spPr>
          <a:xfrm>
            <a:off x="6858000" y="41148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Full-screen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/ Snooze</a:t>
            </a:r>
            <a:endParaRPr lang="en-US" sz="1000" dirty="0"/>
          </a:p>
        </p:txBody>
      </p:sp>
      <p:sp>
        <p:nvSpPr>
          <p:cNvPr id="66" name="Text 55"/>
          <p:cNvSpPr/>
          <p:nvPr/>
        </p:nvSpPr>
        <p:spPr>
          <a:xfrm>
            <a:off x="8686800" y="37307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D9488">
              <a:alpha val="18000"/>
            </a:srgbClr>
          </a:solidFill>
          <a:ln w="12700">
            <a:solidFill>
              <a:srgbClr val="0D9488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8288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28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731520" y="1051560"/>
            <a:ext cx="7680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MediRemind successfully demonstrates the integration of AI-based prescription parsing with a robust Android alarm scheduling system — addressing a genuine healthcare problem through a practical mobile solution.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57200" y="2011680"/>
            <a:ext cx="402336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7627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2121408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+ LLM prescription parsing (Bilingual Urdu/English)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7200" y="3017520"/>
            <a:ext cx="402336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18211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3127248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rule-based alarm generation with meal-offset logic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4754880" y="2011680"/>
            <a:ext cx="402336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2176272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40680" y="2121408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SQLite database with 4 related tables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4754880" y="3017520"/>
            <a:ext cx="4023360" cy="777240"/>
          </a:xfrm>
          <a:prstGeom prst="rect">
            <a:avLst/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35000"/>
              </a:srgbClr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182112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440680" y="3127248"/>
            <a:ext cx="3246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alarms via AlarmManager + boot recovery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457200" y="3931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0" y="4709160"/>
            <a:ext cx="91440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CFBF1"/>
                </a:solidFill>
              </a:rPr>
              <a:t>Kaneez Fatima • BSCS-M-A-23-09 • University of Layyah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648</Words>
  <Application>Microsoft Office PowerPoint</Application>
  <PresentationFormat>On-screen Show (16:9)</PresentationFormat>
  <Paragraphs>216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MediRemind - AI Based Medicine Reminder</dc:title>
  <dc:subject>PptxGenJS Presentation</dc:subject>
  <dc:creator>Kaneez Fatima</dc:creator>
  <cp:lastModifiedBy>Kaneez Fatima</cp:lastModifiedBy>
  <cp:revision>2</cp:revision>
  <dcterms:created xsi:type="dcterms:W3CDTF">2026-06-07T18:50:14Z</dcterms:created>
  <dcterms:modified xsi:type="dcterms:W3CDTF">2026-06-07T18:52:51Z</dcterms:modified>
</cp:coreProperties>
</file>